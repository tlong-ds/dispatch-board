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Press Start 2P" charset="1" panose="00000500000000000000"/>
      <p:regular r:id="rId9"/>
    </p:embeddedFont>
    <p:embeddedFont>
      <p:font typeface="Arcade Gamer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3137" y="6164811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6448" y="2208605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0" y="0"/>
                </a:lnTo>
                <a:lnTo>
                  <a:pt x="2980460" y="839949"/>
                </a:lnTo>
                <a:lnTo>
                  <a:pt x="0" y="83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22773" y="3470918"/>
            <a:ext cx="8042453" cy="285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1"/>
              </a:lnSpc>
            </a:pPr>
            <a:r>
              <a:rPr lang="en-US" sz="10709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NIGHT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135560" y="5973721"/>
            <a:ext cx="1109468" cy="2524877"/>
          </a:xfrm>
          <a:custGeom>
            <a:avLst/>
            <a:gdLst/>
            <a:ahLst/>
            <a:cxnLst/>
            <a:rect r="r" b="b" t="t" l="l"/>
            <a:pathLst>
              <a:path h="2524877" w="1109468">
                <a:moveTo>
                  <a:pt x="0" y="0"/>
                </a:moveTo>
                <a:lnTo>
                  <a:pt x="1109468" y="0"/>
                </a:lnTo>
                <a:lnTo>
                  <a:pt x="1109468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54797" y="3048554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61461" y="6474844"/>
            <a:ext cx="2965078" cy="49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sz="2921" spc="1294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START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7996849"/>
            <a:ext cx="22915449" cy="425549"/>
            <a:chOff x="0" y="0"/>
            <a:chExt cx="30553932" cy="5673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598929" y="0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5" y="0"/>
                  </a:lnTo>
                  <a:lnTo>
                    <a:pt x="1571935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-31803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8463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959807" y="108463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3" y="0"/>
                  </a:lnTo>
                  <a:lnTo>
                    <a:pt x="9797063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756870" y="108463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816" t="0" r="-5586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838493" y="7513336"/>
            <a:ext cx="457922" cy="1042117"/>
          </a:xfrm>
          <a:custGeom>
            <a:avLst/>
            <a:gdLst/>
            <a:ahLst/>
            <a:cxnLst/>
            <a:rect r="r" b="b" t="t" l="l"/>
            <a:pathLst>
              <a:path h="1042117" w="457922">
                <a:moveTo>
                  <a:pt x="0" y="0"/>
                </a:moveTo>
                <a:lnTo>
                  <a:pt x="457922" y="0"/>
                </a:lnTo>
                <a:lnTo>
                  <a:pt x="457922" y="1042117"/>
                </a:lnTo>
                <a:lnTo>
                  <a:pt x="0" y="10421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281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100" y="6186202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18841" y="6090657"/>
            <a:ext cx="1109468" cy="2524877"/>
          </a:xfrm>
          <a:custGeom>
            <a:avLst/>
            <a:gdLst/>
            <a:ahLst/>
            <a:cxnLst/>
            <a:rect r="r" b="b" t="t" l="l"/>
            <a:pathLst>
              <a:path h="2524877" w="1109468">
                <a:moveTo>
                  <a:pt x="0" y="0"/>
                </a:moveTo>
                <a:lnTo>
                  <a:pt x="1109468" y="0"/>
                </a:lnTo>
                <a:lnTo>
                  <a:pt x="1109468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4816" y="4513284"/>
            <a:ext cx="3982863" cy="1817067"/>
          </a:xfrm>
          <a:custGeom>
            <a:avLst/>
            <a:gdLst/>
            <a:ahLst/>
            <a:cxnLst/>
            <a:rect r="r" b="b" t="t" l="l"/>
            <a:pathLst>
              <a:path h="1817067" w="3982863">
                <a:moveTo>
                  <a:pt x="0" y="0"/>
                </a:moveTo>
                <a:lnTo>
                  <a:pt x="3982863" y="0"/>
                </a:lnTo>
                <a:lnTo>
                  <a:pt x="3982863" y="1817066"/>
                </a:lnTo>
                <a:lnTo>
                  <a:pt x="0" y="1817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37607" y="2139690"/>
            <a:ext cx="9012786" cy="70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HOW TO PLAY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61749" y="3028830"/>
            <a:ext cx="6364502" cy="89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747" spc="134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THERE ARE 3 DIFFERENT TYPES OF GAMES!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53353" y="5059318"/>
            <a:ext cx="4085790" cy="74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Answer the question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00181" y="4513284"/>
            <a:ext cx="3982863" cy="1817067"/>
          </a:xfrm>
          <a:custGeom>
            <a:avLst/>
            <a:gdLst/>
            <a:ahLst/>
            <a:cxnLst/>
            <a:rect r="r" b="b" t="t" l="l"/>
            <a:pathLst>
              <a:path h="1817067" w="3982863">
                <a:moveTo>
                  <a:pt x="0" y="0"/>
                </a:moveTo>
                <a:lnTo>
                  <a:pt x="3982863" y="0"/>
                </a:lnTo>
                <a:lnTo>
                  <a:pt x="3982863" y="1817066"/>
                </a:lnTo>
                <a:lnTo>
                  <a:pt x="0" y="1817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28029" y="5059318"/>
            <a:ext cx="3327168" cy="74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Multiple choice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700321" y="4513284"/>
            <a:ext cx="3982863" cy="1817067"/>
          </a:xfrm>
          <a:custGeom>
            <a:avLst/>
            <a:gdLst/>
            <a:ahLst/>
            <a:cxnLst/>
            <a:rect r="r" b="b" t="t" l="l"/>
            <a:pathLst>
              <a:path h="1817067" w="3982863">
                <a:moveTo>
                  <a:pt x="0" y="0"/>
                </a:moveTo>
                <a:lnTo>
                  <a:pt x="3982863" y="0"/>
                </a:lnTo>
                <a:lnTo>
                  <a:pt x="3982863" y="1817066"/>
                </a:lnTo>
                <a:lnTo>
                  <a:pt x="0" y="1817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648857" y="5059318"/>
            <a:ext cx="4085790" cy="74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Complete the word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7968274"/>
            <a:ext cx="22915449" cy="454124"/>
            <a:chOff x="0" y="0"/>
            <a:chExt cx="30553932" cy="6054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98929" y="38100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5" y="0"/>
                  </a:lnTo>
                  <a:lnTo>
                    <a:pt x="1571935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318033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46563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0959807" y="146563"/>
              <a:ext cx="8653488" cy="458935"/>
            </a:xfrm>
            <a:custGeom>
              <a:avLst/>
              <a:gdLst/>
              <a:ahLst/>
              <a:cxnLst/>
              <a:rect r="r" b="b" t="t" l="l"/>
              <a:pathLst>
                <a:path h="458935" w="8653488">
                  <a:moveTo>
                    <a:pt x="0" y="0"/>
                  </a:moveTo>
                  <a:lnTo>
                    <a:pt x="8653488" y="0"/>
                  </a:lnTo>
                  <a:lnTo>
                    <a:pt x="8653488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924" t="0" r="-19539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0756870" y="146563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9407594" y="0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6" y="0"/>
                  </a:lnTo>
                  <a:lnTo>
                    <a:pt x="1571936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318033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3534" y="6186202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59966" y="6839230"/>
            <a:ext cx="738550" cy="1680759"/>
          </a:xfrm>
          <a:custGeom>
            <a:avLst/>
            <a:gdLst/>
            <a:ahLst/>
            <a:cxnLst/>
            <a:rect r="r" b="b" t="t" l="l"/>
            <a:pathLst>
              <a:path h="1680759" w="738550">
                <a:moveTo>
                  <a:pt x="0" y="0"/>
                </a:moveTo>
                <a:lnTo>
                  <a:pt x="738551" y="0"/>
                </a:lnTo>
                <a:lnTo>
                  <a:pt x="738551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6067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67652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7257550"/>
            <a:ext cx="554734" cy="1262439"/>
          </a:xfrm>
          <a:custGeom>
            <a:avLst/>
            <a:gdLst/>
            <a:ahLst/>
            <a:cxnLst/>
            <a:rect r="r" b="b" t="t" l="l"/>
            <a:pathLst>
              <a:path h="1262439" w="554734">
                <a:moveTo>
                  <a:pt x="0" y="0"/>
                </a:moveTo>
                <a:lnTo>
                  <a:pt x="554734" y="0"/>
                </a:lnTo>
                <a:lnTo>
                  <a:pt x="554734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28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7977799"/>
            <a:ext cx="22915449" cy="444599"/>
            <a:chOff x="0" y="0"/>
            <a:chExt cx="30553932" cy="5927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370388" y="0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5" y="0"/>
                  </a:lnTo>
                  <a:lnTo>
                    <a:pt x="1571935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-318033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33863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755760" y="133863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0756870" y="133863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8381651" y="25400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6" y="0"/>
                  </a:lnTo>
                  <a:lnTo>
                    <a:pt x="1571936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-31803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482421" y="5628608"/>
            <a:ext cx="1323159" cy="1323159"/>
            <a:chOff x="0" y="0"/>
            <a:chExt cx="1764212" cy="17642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4212" cy="1764212"/>
            </a:xfrm>
            <a:custGeom>
              <a:avLst/>
              <a:gdLst/>
              <a:ahLst/>
              <a:cxnLst/>
              <a:rect r="r" b="b" t="t" l="l"/>
              <a:pathLst>
                <a:path h="1764212" w="1764212">
                  <a:moveTo>
                    <a:pt x="0" y="0"/>
                  </a:moveTo>
                  <a:lnTo>
                    <a:pt x="1764212" y="0"/>
                  </a:lnTo>
                  <a:lnTo>
                    <a:pt x="1764212" y="1764212"/>
                  </a:lnTo>
                  <a:lnTo>
                    <a:pt x="0" y="1764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true" flipV="false" rot="0">
              <a:off x="327551" y="365651"/>
              <a:ext cx="1032910" cy="1032910"/>
            </a:xfrm>
            <a:custGeom>
              <a:avLst/>
              <a:gdLst/>
              <a:ahLst/>
              <a:cxnLst/>
              <a:rect r="r" b="b" t="t" l="l"/>
              <a:pathLst>
                <a:path h="1032910" w="1032910">
                  <a:moveTo>
                    <a:pt x="1032910" y="0"/>
                  </a:moveTo>
                  <a:lnTo>
                    <a:pt x="0" y="0"/>
                  </a:lnTo>
                  <a:lnTo>
                    <a:pt x="0" y="1032910"/>
                  </a:lnTo>
                  <a:lnTo>
                    <a:pt x="1032910" y="1032910"/>
                  </a:lnTo>
                  <a:lnTo>
                    <a:pt x="103291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975752" y="3857348"/>
            <a:ext cx="14336496" cy="121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7"/>
              </a:lnSpc>
              <a:spcBef>
                <a:spcPct val="0"/>
              </a:spcBef>
            </a:pPr>
            <a:r>
              <a:rPr lang="en-US" sz="8395" spc="220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GAME OVER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498542" y="6839230"/>
            <a:ext cx="738550" cy="1680759"/>
          </a:xfrm>
          <a:custGeom>
            <a:avLst/>
            <a:gdLst/>
            <a:ahLst/>
            <a:cxnLst/>
            <a:rect r="r" b="b" t="t" l="l"/>
            <a:pathLst>
              <a:path h="1680759" w="738550">
                <a:moveTo>
                  <a:pt x="0" y="0"/>
                </a:moveTo>
                <a:lnTo>
                  <a:pt x="738550" y="0"/>
                </a:lnTo>
                <a:lnTo>
                  <a:pt x="738550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28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DAG3Qgvfd1A</dc:identifier>
  <dcterms:modified xsi:type="dcterms:W3CDTF">2011-08-01T06:04:30Z</dcterms:modified>
  <cp:revision>1</cp:revision>
  <dc:title>VOCABULARY</dc:title>
</cp:coreProperties>
</file>